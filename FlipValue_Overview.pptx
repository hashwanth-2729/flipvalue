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FlipValue answers what a phone is worth, what it could fetch from a dealer, and whether repairing it pays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results are from the 2026-10-25 session on Windows 11, Python 3.15 with SQLite.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822960"/>
            <a:ext cx="2926080" cy="292608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2377440"/>
            <a:ext cx="1828800" cy="1828800"/>
          </a:xfrm>
          <a:prstGeom prst="ellipse">
            <a:avLst/>
          </a:prstGeom>
          <a:solidFill>
            <a:srgbClr val="3A4150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0" y="8229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FlipValue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3D9D0"/>
                </a:solidFill>
              </a:rPr>
              <a:t>Independent phone resale intelligence for India, with the US as a second market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Project overview  ·  v0.2.0  · 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questions, one honest answer each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my phone worth?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2801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As-is private-sale value from comparable sales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9202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a dealer pay?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9202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Buyback and trade-in quotes, kept separate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5603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I repair it?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5603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After-repair value, only with real evidence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004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it cost new or refurbished?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2004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Cross-source price comparison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8404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 or sell?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8404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Repair-vs-sell arithmetic in one calculator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FlipValue  ·  v0.2.0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FastAPI service, four front doors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813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47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React app: value a phone, compare prices, trends, watchlist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4F7A6A"/>
          </a:solidFill>
          <a:ln w="12700">
            <a:solidFill>
              <a:srgbClr val="4F7A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4813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API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847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1945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X-API-Key with scopes, per-key limits and daily quota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9160" y="14813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API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1847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/v1/valuations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1945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FixMyTech contract, idempotent, optional client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8C5A7A"/>
          </a:solidFill>
          <a:ln w="12700">
            <a:solidFill>
              <a:srgbClr val="8C5A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14813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API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847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/admin/api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19456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Sources, imports, rejects, audit, offer refresh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0" y="3154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4747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engine.py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one valuation engine serves every channel; the frontend holds no pricing logic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FlipValue  ·  v0.2.0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 method: comparables-v1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50"/>
                </a:solidFill>
              </a:rPr>
              <a:t>Same model, storage, region and grade within a 180-day window. Nothing pooled.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basis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50"/>
                </a:solidFill>
              </a:rPr>
              <a:t>Completed sales, then listings, then synthetic (dev only). Bases never mixed.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Summarise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50"/>
                </a:solidFill>
              </a:rPr>
              <a:t>Median value. n ≥ 10: 10th–90th percentile; 3–9: min–max; under 3: no estimate.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quality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50"/>
                </a:solidFill>
              </a:rPr>
              <a:t>Evidence-backed needs completed sales, n ≥ 10, newest ≤ 90 days. Else limited.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70332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430"/>
                </a:solidFill>
              </a:rPr>
              <a:t>Faults and device age do not adjust prices. There is no evidence for fixed discounts, and every result says so.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FlipValue  ·  v0.2.0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types are never blended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274320" cy="2743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sale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50"/>
                </a:solidFill>
              </a:rPr>
              <a:t>Median of comparable resale observations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32588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508760"/>
            <a:ext cx="274320" cy="274320"/>
          </a:xfrm>
          <a:prstGeom prst="ellipse">
            <a:avLst/>
          </a:prstGeom>
          <a:solidFill>
            <a:srgbClr val="4F7A6A"/>
          </a:solidFill>
          <a:ln w="12700">
            <a:solidFill>
              <a:srgbClr val="4F7A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048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Buyback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659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50"/>
                </a:solidFill>
              </a:rPr>
              <a:t>Dealer offers, then trade-in, summarised separately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132588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508760"/>
            <a:ext cx="274320" cy="27432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Refurbished retail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9659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50"/>
                </a:solidFill>
              </a:rPr>
              <a:t>What retailers charge now, from marketplace offers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200400"/>
            <a:ext cx="274320" cy="274320"/>
          </a:xfrm>
          <a:prstGeom prst="ellipse">
            <a:avLst/>
          </a:prstGeom>
          <a:solidFill>
            <a:srgbClr val="8C5A7A"/>
          </a:solidFill>
          <a:ln w="12700">
            <a:solidFill>
              <a:srgbClr val="8C5A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retail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657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50"/>
                </a:solidFill>
              </a:rPr>
              <a:t>MRP, for context only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46120" y="301752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3200400"/>
            <a:ext cx="274320" cy="2743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4048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repair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657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50"/>
                </a:solidFill>
              </a:rPr>
              <a:t>Uplift from comparables; unavailable without post-repair evidence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3154680"/>
            <a:ext cx="2514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Each result carries confidence class, assumptions, limitations and how to improve it.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FlipValue  ·  v0.2.0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data and product matching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49377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150"/>
                          </a:solidFill>
                        </a:rPr>
                        <a:t>Flipkart Affiliate API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150"/>
                          </a:solidFill>
                        </a:rPr>
                        <a:t>Adapter tested on fixtures; blocked live (needs approved account)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150"/>
                          </a:solidFill>
                        </a:rPr>
                        <a:t>Amazon.in Creators API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150"/>
                          </a:solidFill>
                        </a:rPr>
                        <a:t>Adapter tested on fixtures; blocked live (needs Associates approval)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150"/>
                          </a:solidFill>
                        </a:rPr>
                        <a:t>Cashify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150"/>
                          </a:solidFill>
                        </a:rPr>
                        <a:t>Manual quotes only; terms prohibit systematic retrieval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150"/>
                          </a:solidFill>
                        </a:rPr>
                        <a:t>Real completed sales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4150"/>
                          </a:solidFill>
                        </a:rPr>
                        <a:t>Blocked: no authorised source yet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521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categories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852160" y="16916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4F7A6A"/>
          </a:solidFill>
          <a:ln w="12700">
            <a:solidFill>
              <a:srgbClr val="4F7A6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0" y="1691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Exact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52160" y="21488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21488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Strong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52160" y="26060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0" y="2606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Variant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52160" y="30632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8C5A7A"/>
          </a:solidFill>
          <a:ln w="12700">
            <a:solidFill>
              <a:srgbClr val="8C5A7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0" y="30632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Similar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852160" y="35204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52160" y="35204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Unmatched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852160" y="4023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Every match carries a score and reasons you can inspect.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FlipValue  ·  v0.2.0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platform and API keys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and access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291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150"/>
                </a:solidFill>
              </a:rPr>
              <a:t>Accounts: email plus scrypt, HttpOnly session cookie, CSRF header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150"/>
                </a:solidFill>
              </a:rPr>
              <a:t>Keys from a CSPRNG, shown once, stored as SHA-256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150"/>
                </a:solidFill>
              </a:rPr>
              <a:t>Scopes enforced server-side; revoke takes effect on the next request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150"/>
                </a:solidFill>
              </a:rPr>
              <a:t>No raw key ever appears in the audit log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4480560" y="1280160"/>
            <a:ext cx="4114800" cy="2651760"/>
          </a:xfrm>
          <a:prstGeom prst="roundRect">
            <a:avLst>
              <a:gd name="adj" fmla="val 275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/api/v1 endpoints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828800"/>
            <a:ext cx="3749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150"/>
                </a:solidFill>
              </a:rPr>
              <a:t>health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150"/>
                </a:solidFill>
              </a:rPr>
              <a:t>valuations (create, get; owner-only)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150"/>
                </a:solidFill>
              </a:rPr>
              <a:t>market-prices and price-history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150"/>
                </a:solidFill>
              </a:rPr>
              <a:t>products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150"/>
                </a:solidFill>
              </a:rPr>
              <a:t>usage, with per-key minute limits, daily quotas and X-RateLimit headers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FlipValue  ·  v0.2.0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 today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222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3D9D0"/>
                </a:solidFill>
              </a:rPr>
              <a:t>backend tests passing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2606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3D9D0"/>
                </a:solidFill>
              </a:rPr>
              <a:t>skipped (no PostgreSQL server)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606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3D9D0"/>
                </a:solidFill>
              </a:rPr>
              <a:t>catalogue models, hand-curated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6060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3D9D0"/>
                </a:solidFill>
              </a:rPr>
              <a:t>migrations (0002 not run on PostgreSQL)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</a:rPr>
              <a:t>Also covered: Vitest and Testing Library, Playwright end-to-end in Edge, ruff lint, typecheck. Not production-ready and not deployed.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limits, stated up front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18872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 market data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50"/>
                </a:solidFill>
              </a:rPr>
              <a:t>Every number in dev is synthetic and labelled Mock; production returns no data until a source is imported.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4663440" y="118872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catalogue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50"/>
                </a:solidFill>
              </a:rPr>
              <a:t>6 models; unknown OEM variants return 404 until an alias is added.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548640" y="228600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Self-reported condition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50"/>
                </a:solidFill>
              </a:rPr>
              <a:t>The questionnaire maps answers to a grade; nothing verifies hardware.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4663440" y="228600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gaps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834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50"/>
                </a:solidFill>
              </a:rPr>
              <a:t>No email verification, password reset or self-service deletion.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548640" y="338328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deployed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50"/>
                </a:solidFill>
              </a:rPr>
              <a:t>Cloud config rehearsed locally; image build, services and HTTPS unverified.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663440" y="338328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50"/>
                </a:solidFill>
              </a:rPr>
              <a:t>Privacy and Terms pages have had no legal review.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FlipValue  ·  v0.2.0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unlocks production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258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Secure approved Flipkart and Amazon accounts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84248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9842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Import an authorised source of completed sales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642616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64261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Run migration 0002 on PostgreSQL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300984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30098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Deploy to Firebase, Cloud Run and Cloud SQL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959352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9593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Add email verification and legal review of Terms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ipValue">
  <a:themeElements>
    <a:clrScheme name="FlipValue">
      <a:dk1>
        <a:srgbClr val="1F2430"/>
      </a:dk1>
      <a:lt1>
        <a:srgbClr val="FFFFFF"/>
      </a:lt1>
      <a:dk2>
        <a:srgbClr val="3A4150"/>
      </a:dk2>
      <a:lt2>
        <a:srgbClr val="F4EFEA"/>
      </a:lt2>
      <a:accent1>
        <a:srgbClr val="C8553D"/>
      </a:accent1>
      <a:accent2>
        <a:srgbClr val="4F7A6A"/>
      </a:accent2>
      <a:accent3>
        <a:srgbClr val="D9A441"/>
      </a:accent3>
      <a:accent4>
        <a:srgbClr val="4A6FA5"/>
      </a:accent4>
      <a:accent5>
        <a:srgbClr val="8C5A7A"/>
      </a:accent5>
      <a:accent6>
        <a:srgbClr val="6B7280"/>
      </a:accent6>
      <a:hlink>
        <a:srgbClr val="C8553D"/>
      </a:hlink>
      <a:folHlink>
        <a:srgbClr val="6B7280"/>
      </a:folHlink>
    </a:clrScheme>
    <a:fontScheme name="FlipVal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FlipValue</dc:title>
  <dc:subject>PptxGenJS Presentation</dc:subject>
  <dc:creator>PptxGenJS</dc:creator>
  <cp:lastModifiedBy>PptxGenJS</cp:lastModifiedBy>
  <cp:revision>1</cp:revision>
  <dcterms:created xsi:type="dcterms:W3CDTF">2026-10-26T09:47:37Z</dcterms:created>
  <dcterms:modified xsi:type="dcterms:W3CDTF">2026-10-26T09:47:37Z</dcterms:modified>
</cp:coreProperties>
</file>